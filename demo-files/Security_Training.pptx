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Security Awareness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Annual refresher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simple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a password manager</a:t>
            </a:r>
          </a:p>
          <a:p>
            <a:r>
              <a:t>Turn on multi-factor sign-in</a:t>
            </a:r>
          </a:p>
          <a:p>
            <a:r>
              <a:t>Check the sender before you click</a:t>
            </a:r>
          </a:p>
          <a:p>
            <a:r>
              <a:t>Lock your screen when you leave</a:t>
            </a:r>
          </a:p>
          <a:p>
            <a:r>
              <a:t>Report anything odd straight away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