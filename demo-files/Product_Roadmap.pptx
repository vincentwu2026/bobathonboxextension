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search; it is the most requested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Roadmap FY27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search across all files</a:t>
            </a:r>
          </a:p>
          <a:p>
            <a:r>
              <a:t>Safer deletion with retention checks</a:t>
            </a:r>
          </a:p>
          <a:p>
            <a:r>
              <a:t>AI answers about any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